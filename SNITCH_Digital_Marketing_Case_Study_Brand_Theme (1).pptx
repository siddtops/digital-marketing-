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NITCH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0472"/>
            <a:ext cx="5486400" cy="8547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291840"/>
            <a:ext cx="32461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digital-first menswear to omnichannel fashion growth.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76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Siddharthsinh Parmar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069080" y="5120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5376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 • Public information + proposed strategy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Introduction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SNITCH, when did it start, and what makes the model distinctive?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223760" cy="9601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290572"/>
            <a:ext cx="201168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SNITCH?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men's fashion brand focused on contemporary, trend-led apparel and a digitally driven shopping experience.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7223760" cy="9601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77240" y="3433572"/>
            <a:ext cx="201168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+ FOUNDER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200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by Siddharth Dungarwal. The business evolved from apparel/retail roots into D2C and then omnichannel retail.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7223760" cy="9601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77240" y="4576572"/>
            <a:ext cx="201168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4343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responsiveness + broad assortment + accessible positioning + online convenience + growing physical retail.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40680"/>
            <a:ext cx="72237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440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model: D2C + Omnichannel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SNITCH official website; Inc42 public reporting.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 is not only selling clothes — it is winning attention and retaining customers.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567178" cy="26974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1890979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COMPETITION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Zudio, H&amp;M, Zara, Uniqlo, Myntra/AJIO and many D2C brands compete for the same attention.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90138" y="2011680"/>
            <a:ext cx="2567178" cy="26974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618738" y="2240280"/>
            <a:ext cx="1100938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CAC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18738" y="2743200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advertising can become expensive when brands depend heavily on paid acquisition.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31636" y="2011680"/>
            <a:ext cx="2567178" cy="26974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460236" y="2240280"/>
            <a:ext cx="1693469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RETENTION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60236" y="2743200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needs repeat purchases, cross-sell and stronger customer lifetime value.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73134" y="2011680"/>
            <a:ext cx="2567178" cy="26974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301734" y="2240280"/>
            <a:ext cx="1298448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• SCALE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01734" y="2743200"/>
            <a:ext cx="21099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offline stores grow, the challenge becomes integrating online, offline, CRM and data.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1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2920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marketing question: 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SNITCH turn content-driven attention into profitable, repeatable customer growth?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 • Public information + proposed strategy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+ Buyer Persona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Portfolio-defined audience based on product and digital positioning.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38400" cy="3017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1495958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198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18–30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Metro + Tier-1/Tier-2 India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 / early-career / middle-income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Mobile-first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69920" y="2011680"/>
            <a:ext cx="2438400" cy="3017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398520" y="2240280"/>
            <a:ext cx="1199693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98520" y="2743200"/>
            <a:ext cx="198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fashion through Instagram/Reels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creators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products online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frequent newness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Responds to visual content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91200" y="2011680"/>
            <a:ext cx="2438400" cy="30175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019800" y="2240280"/>
            <a:ext cx="1397203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19800" y="2743200"/>
            <a:ext cx="198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vs style trade-off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uncertainty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options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outfit inspiration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trend-led looks without premium pricing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768096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Persona: “The Trend-Seeking Young Indian”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Audience/ persona are strategic assumptions for the portfolio, not disclosed SNITCH customer data.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Analysis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relevant reference points across price, trend and scale.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2743200"/>
                <a:gridCol w="4142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SNITCH OPPORTUNITY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Zudio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Affordable fashion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+ retail scale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trend-led men’s niche + digital community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H&amp;M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fast fashion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+ assortment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localized content + creator-led discovery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fast fashion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 authority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Accessible price positioning + digital-first engagement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7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This is a positioning comparison, not a market-share ranking.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 • Public information + proposed strategy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Digital Presence Audit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as an audit framework; update live social counts on the day you submit the deck.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749040" cy="15544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1594714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/ APP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33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 storefront • product catalogue • mobile-first conversion • owned customer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749040" cy="15544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709160" y="2148840"/>
            <a:ext cx="1199693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33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visual discovery channel • Reels • creators • product/styling content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3749040" cy="15544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77240" y="3867912"/>
            <a:ext cx="1002182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525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Longer-form brand/creator potential • product stories • styling/video assets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3639312"/>
            <a:ext cx="3749040" cy="15544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709160" y="3867912"/>
            <a:ext cx="1100938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43525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reach + retargeting ecosystem; useful for mature audience segments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768096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3492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metrics to capture live: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 • posting frequency • avg views • engagement • top content • website traffic • conversion signals.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is qualitative here; social follower counts are intentionally left for live verification rather than fabricated.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 / Campaign Idea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#SNITCHYourStyle — make customers part of the creative engine.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6858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153412"/>
            <a:ext cx="8686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96596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“Don’t copy the fit. Make it yours.”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14344" cy="11887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1002182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5643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drops • fit • fabric • details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37304" y="2834640"/>
            <a:ext cx="3514344" cy="11887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565904" y="3063240"/>
            <a:ext cx="1002182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345643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ways to style • outfit formulas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5968" y="2834640"/>
            <a:ext cx="3514344" cy="11887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354568" y="3063240"/>
            <a:ext cx="804672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45643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alerts • timely formats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3514344" cy="11887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77240" y="4389120"/>
            <a:ext cx="119969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8231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• dates • travel • nightlife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37304" y="4160520"/>
            <a:ext cx="3514344" cy="11887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565904" y="4389120"/>
            <a:ext cx="607162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65904" y="478231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checks • reviews • customer looks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25968" y="4160520"/>
            <a:ext cx="3514344" cy="11887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354568" y="4389120"/>
            <a:ext cx="1100938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54568" y="4782312"/>
            <a:ext cx="305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creators • fashion creators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→ primary | YouTube → depth | Facebook → retargeting/reach | Website/App → conversion | CRM → retention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case study • Public information + proposed strategy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7–15 Day Content Calendar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9-day execution plan.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680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097280"/>
                <a:gridCol w="301752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outfits for college / everyday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Carousel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wardrobe essentials for men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Save/share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style one shirt 3 ways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 fit-check + product tag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New-drop reveal / transition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FB/IG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sellers + social proof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UGC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#SNITCHYourStyle customer repost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Carousel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 guide + size education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friction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96000"/>
                      </a:srgbClr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IG/CRM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Personalized new-drop reminder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6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is a proposed portfolio execution plan.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Creatives / Ad Copy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sample concepts you can turn into actual Canva creatives.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14344" cy="30175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208849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01 • REEL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3057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outfit transition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“One shirt. Three different versions of you.”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Explore the latest drop.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#SNITCH #MensFashion #OOTD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7304" y="1965960"/>
            <a:ext cx="3514344" cy="30175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65904" y="2194560"/>
            <a:ext cx="248351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02 • CAROUSEL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697480"/>
            <a:ext cx="3057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“Your wardrobe needs these 5.”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2–6: product + styling use case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Save this for your next shopping trip.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5968" y="1965960"/>
            <a:ext cx="3514344" cy="30175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354568" y="2194560"/>
            <a:ext cx="277977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03 • RETARGETING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2697480"/>
            <a:ext cx="3057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“Still thinking about the fit?”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saved look is still waiting.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 your look.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product image + review/UGC.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direction: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editorial fashion • bold typography • clean product shots • creator-led frames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copy is original portfolio creative; not official SNITCH advertising.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Strategy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30-day test budget — not SNITCH’s actual media spend.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78308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1199693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allocation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₹40,000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14600" y="1920240"/>
            <a:ext cx="178308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697480" y="2103120"/>
            <a:ext cx="141732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allocation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₹40,000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480560" y="1920240"/>
            <a:ext cx="178308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663440" y="2103120"/>
            <a:ext cx="1298448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allocation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₹80,000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46520" y="1920240"/>
            <a:ext cx="178308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629400" y="2103120"/>
            <a:ext cx="1397203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allocation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₹40,000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2926080" cy="2286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TOTAL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26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₹2,00,000</a:t>
            </a:r>
            <a:endParaRPr lang="en-US" sz="3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 days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3657600" y="3749040"/>
            <a:ext cx="4572000" cy="9144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388620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18–30 fashion interests • video viewers • website visitors • ATC • 1%–3% lookalikes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0" y="4846320"/>
            <a:ext cx="4572000" cy="118872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3886200" y="4956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BIDDING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886200" y="5212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lowest-cost / maximize conversions; move toward value optimization after sufficient conversion volume.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audience and bidding are proposed for a portfolio simulation.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+ Forecast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targets for a 30-day test — targets are not historical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43840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607162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4203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&gt;1.5%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 </a:t>
            </a:r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relevance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69920" y="1920240"/>
            <a:ext cx="243840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352800" y="2103120"/>
            <a:ext cx="607162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352800" y="254203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10%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52800" y="301752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 </a:t>
            </a:r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efficiency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91200" y="1920240"/>
            <a:ext cx="243840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974080" y="2103120"/>
            <a:ext cx="607162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74080" y="254203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+10–20%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74080" y="301752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 </a:t>
            </a:r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Landing-page + offer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243840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731520" y="3886200"/>
            <a:ext cx="607162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2511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10%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80060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 </a:t>
            </a:r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efficiency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69920" y="3703320"/>
            <a:ext cx="243840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3352800" y="3886200"/>
            <a:ext cx="705917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352800" y="432511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2.5–3.5x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352800" y="480060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 </a:t>
            </a:r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revenue efficiency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91200" y="3703320"/>
            <a:ext cx="2438400" cy="160020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5974080" y="3886200"/>
            <a:ext cx="1397203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74080" y="432511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+10–15%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74080" y="480060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 </a:t>
            </a:r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+ retention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768096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440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PRINCIPLE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5440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promise a fixed revenue number before testing. Forecast from traffic × conversion × AOV, then validate against actual CAC and contribution margin.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hypothetical planning assumptions for this case study.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SNITCH CASE STUDY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36576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7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SNITCH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+ 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case study teaches a digital marketer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14344" cy="260604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139720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057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should not be treated as decoration. Strong creative is a demand-generation asset that can feed paid media.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37304" y="1920240"/>
            <a:ext cx="3514344" cy="260604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65904" y="2148840"/>
            <a:ext cx="139720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651760"/>
            <a:ext cx="3057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not only acquisition. CRM, repeat purchase, cross-sell and LTV determine whether paid traffic becomes durable value.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514344" cy="260604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354568" y="2148840"/>
            <a:ext cx="1397203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2651760"/>
            <a:ext cx="30571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omnichannel model connects social discovery, D2C conversion, physical retail and customer data.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4880"/>
            <a:ext cx="18288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FRAMEWORK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12080"/>
            <a:ext cx="1847088" cy="6858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95728" y="5212080"/>
            <a:ext cx="46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859786" y="5212080"/>
            <a:ext cx="1847088" cy="6858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06874" y="5212080"/>
            <a:ext cx="46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170932" y="5212080"/>
            <a:ext cx="1847088" cy="6858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18020" y="5212080"/>
            <a:ext cx="46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82078" y="5212080"/>
            <a:ext cx="1847088" cy="6858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9A9A9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29166" y="5212080"/>
            <a:ext cx="46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793224" y="5212080"/>
            <a:ext cx="184708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VALUE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82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SNITCH official website; Inc42; Economic Times. Strategy and forecast sections are portfolio recommendations.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SNITCH Digital Marketing Case Study</dc:title>
  <dc:subject>Portfolio case study</dc:subject>
  <dc:creator>PptxGenJS</dc:creator>
  <cp:lastModifiedBy>PptxGenJS</cp:lastModifiedBy>
  <cp:revision>1</cp:revision>
  <dcterms:created xsi:type="dcterms:W3CDTF">2026-09-21T19:02:54Z</dcterms:created>
  <dcterms:modified xsi:type="dcterms:W3CDTF">2026-09-21T19:02:54Z</dcterms:modified>
</cp:coreProperties>
</file>